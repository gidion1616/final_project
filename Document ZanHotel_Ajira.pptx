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67" r:id="rId13"/>
    <p:sldId id="268" r:id="rId14"/>
    <p:sldId id="269" r:id="rId15"/>
    <p:sldId id="273" r:id="rId16"/>
    <p:sldId id="274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6025"/>
            <a:ext cx="7772400" cy="1470025"/>
          </a:xfrm>
        </p:spPr>
        <p:txBody>
          <a:bodyPr>
            <a:normAutofit/>
          </a:bodyPr>
          <a:lstStyle/>
          <a:p>
            <a:r>
              <a:rPr sz="6000" dirty="0"/>
              <a:t>ZanHotel-Ajira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8779" y="3212430"/>
            <a:ext cx="7291137" cy="2683044"/>
          </a:xfrm>
        </p:spPr>
        <p:txBody>
          <a:bodyPr>
            <a:normAutofit fontScale="85000" lnSpcReduction="20000"/>
          </a:bodyPr>
          <a:lstStyle/>
          <a:p>
            <a:r>
              <a:rPr b="1" dirty="0">
                <a:solidFill>
                  <a:schemeClr val="tx1"/>
                </a:solidFill>
              </a:rPr>
              <a:t>A Web-Based Recruitment System</a:t>
            </a:r>
          </a:p>
          <a:p>
            <a:endParaRPr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 smtClean="0">
                <a:solidFill>
                  <a:schemeClr val="tx1"/>
                </a:solidFill>
              </a:rPr>
              <a:t>                   </a:t>
            </a:r>
            <a:r>
              <a:rPr b="1" dirty="0" smtClean="0">
                <a:solidFill>
                  <a:schemeClr val="tx1"/>
                </a:solidFill>
              </a:rPr>
              <a:t>Student </a:t>
            </a:r>
            <a:r>
              <a:rPr b="1" dirty="0">
                <a:solidFill>
                  <a:schemeClr val="tx1"/>
                </a:solidFill>
              </a:rPr>
              <a:t>Name: </a:t>
            </a:r>
            <a:r>
              <a:rPr lang="en-GB" dirty="0" smtClean="0">
                <a:solidFill>
                  <a:schemeClr val="tx1"/>
                </a:solidFill>
              </a:rPr>
              <a:t>Gidion Mkasanga Gidion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b="1" dirty="0">
                <a:solidFill>
                  <a:schemeClr val="tx1"/>
                </a:solidFill>
              </a:rPr>
              <a:t>Registration Number</a:t>
            </a:r>
            <a:r>
              <a:rPr b="1" dirty="0" smtClean="0">
                <a:solidFill>
                  <a:schemeClr val="tx1"/>
                </a:solidFill>
              </a:rPr>
              <a:t>: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r>
              <a:rPr lang="en-GB" dirty="0" smtClean="0">
                <a:solidFill>
                  <a:schemeClr val="tx1"/>
                </a:solidFill>
              </a:rPr>
              <a:t>BITAM/9/21/002/T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 smtClean="0">
                <a:solidFill>
                  <a:schemeClr val="tx1"/>
                </a:solidFill>
              </a:rPr>
              <a:t>               </a:t>
            </a:r>
            <a:r>
              <a:rPr b="1" dirty="0" smtClean="0">
                <a:solidFill>
                  <a:schemeClr val="tx1"/>
                </a:solidFill>
              </a:rPr>
              <a:t>Supervisor</a:t>
            </a:r>
            <a:r>
              <a:rPr b="1" dirty="0">
                <a:solidFill>
                  <a:schemeClr val="tx1"/>
                </a:solidFill>
              </a:rPr>
              <a:t>: </a:t>
            </a:r>
            <a:r>
              <a:rPr lang="en-GB" dirty="0" smtClean="0">
                <a:solidFill>
                  <a:schemeClr val="tx1"/>
                </a:solidFill>
              </a:rPr>
              <a:t>Mr Akram Omar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hotel recruitment is inefficient</a:t>
            </a:r>
          </a:p>
          <a:p>
            <a:r>
              <a:t>No centralized job platform</a:t>
            </a:r>
          </a:p>
          <a:p>
            <a:r>
              <a:t>System connects hotels and job seekers</a:t>
            </a:r>
          </a:p>
          <a:p>
            <a:r>
              <a:t>Built using React and Django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Economic</a:t>
            </a:r>
            <a:r>
              <a:rPr dirty="0"/>
              <a:t>: Low cost (open-source tools</a:t>
            </a:r>
            <a:r>
              <a:rPr dirty="0" smtClean="0"/>
              <a:t>)</a:t>
            </a:r>
            <a:r>
              <a:rPr lang="en-GB" dirty="0" smtClean="0"/>
              <a:t>,</a:t>
            </a:r>
          </a:p>
          <a:p>
            <a:pPr marL="0" indent="0">
              <a:buNone/>
            </a:pPr>
            <a:r>
              <a:rPr lang="en-GB" dirty="0"/>
              <a:t>System is implementable with available </a:t>
            </a:r>
            <a:r>
              <a:rPr lang="en-GB" dirty="0" smtClean="0"/>
              <a:t>tools.</a:t>
            </a:r>
            <a:endParaRPr dirty="0"/>
          </a:p>
          <a:p>
            <a:r>
              <a:rPr dirty="0"/>
              <a:t>Operational: Easy to use </a:t>
            </a:r>
            <a:r>
              <a:rPr dirty="0" smtClean="0"/>
              <a:t>system</a:t>
            </a:r>
            <a:endParaRPr lang="en-GB" dirty="0" smtClean="0"/>
          </a:p>
          <a:p>
            <a:r>
              <a:rPr lang="en-US" dirty="0"/>
              <a:t>Technologies: React, Django, </a:t>
            </a:r>
            <a:r>
              <a:rPr lang="en-US" dirty="0" smtClean="0"/>
              <a:t>PostgreSQL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/ Iterative Development</a:t>
            </a:r>
          </a:p>
          <a:p>
            <a:r>
              <a:t>Requirement Analysis</a:t>
            </a:r>
          </a:p>
          <a:p>
            <a:r>
              <a:t>System Design (SRS &amp; SDD)</a:t>
            </a:r>
          </a:p>
          <a:p>
            <a:r>
              <a:t>Implementation</a:t>
            </a:r>
          </a:p>
          <a:p>
            <a:r>
              <a:t>Testing and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Job Seeker: Register, login, view jobs, apply</a:t>
            </a:r>
          </a:p>
          <a:p>
            <a:pPr marL="0" indent="0">
              <a:buNone/>
            </a:pPr>
            <a:r>
              <a:rPr lang="en-GB" dirty="0" smtClean="0"/>
              <a:t>, </a:t>
            </a:r>
            <a:r>
              <a:rPr dirty="0" smtClean="0"/>
              <a:t>Upload </a:t>
            </a:r>
            <a:r>
              <a:rPr dirty="0"/>
              <a:t>CV, certificates, photo</a:t>
            </a:r>
          </a:p>
          <a:p>
            <a:r>
              <a:rPr dirty="0"/>
              <a:t>Hotel: Register, login, post jobs</a:t>
            </a:r>
          </a:p>
          <a:p>
            <a:pPr marL="0" indent="0">
              <a:buNone/>
            </a:pPr>
            <a:r>
              <a:rPr lang="en-GB" dirty="0" smtClean="0"/>
              <a:t>, </a:t>
            </a:r>
            <a:r>
              <a:rPr dirty="0" smtClean="0"/>
              <a:t>View </a:t>
            </a:r>
            <a:r>
              <a:rPr dirty="0"/>
              <a:t>applications and manage postings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Security: Authentication &amp; authorization</a:t>
            </a:r>
          </a:p>
          <a:p>
            <a:r>
              <a:rPr dirty="0"/>
              <a:t>Performance: Fast response time</a:t>
            </a:r>
          </a:p>
          <a:p>
            <a:r>
              <a:rPr dirty="0"/>
              <a:t>Scalability: Supports many </a:t>
            </a:r>
            <a:r>
              <a:rPr dirty="0" smtClean="0"/>
              <a:t>users</a:t>
            </a:r>
            <a:r>
              <a:rPr lang="en-GB" dirty="0" smtClean="0"/>
              <a:t> and integration.</a:t>
            </a:r>
            <a:endParaRPr dirty="0"/>
          </a:p>
          <a:p>
            <a:r>
              <a:rPr dirty="0"/>
              <a:t>Usability: User-friendly interface</a:t>
            </a:r>
          </a:p>
          <a:p>
            <a:r>
              <a:rPr dirty="0"/>
              <a:t>Reliability: High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3825"/>
          </a:xfrm>
        </p:spPr>
        <p:txBody>
          <a:bodyPr>
            <a:normAutofit fontScale="90000"/>
          </a:bodyPr>
          <a:lstStyle/>
          <a:p>
            <a:r>
              <a:rPr dirty="0"/>
              <a:t>Use Case Diagram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631" y="938463"/>
            <a:ext cx="6352673" cy="54984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480"/>
            <a:ext cx="8229600" cy="796173"/>
          </a:xfrm>
        </p:spPr>
        <p:txBody>
          <a:bodyPr/>
          <a:lstStyle/>
          <a:p>
            <a:r>
              <a:rPr dirty="0"/>
              <a:t>Class Diagram</a:t>
            </a: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67" y="1010653"/>
            <a:ext cx="7507705" cy="553452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59" y="1239253"/>
            <a:ext cx="7387388" cy="4969042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5857"/>
          </a:xfrm>
        </p:spPr>
        <p:txBody>
          <a:bodyPr>
            <a:normAutofit fontScale="90000"/>
          </a:bodyPr>
          <a:lstStyle/>
          <a:p>
            <a:r>
              <a:rPr dirty="0"/>
              <a:t>Data Flow </a:t>
            </a:r>
            <a:r>
              <a:rPr dirty="0" smtClean="0"/>
              <a:t>Diagram</a:t>
            </a:r>
            <a:r>
              <a:rPr lang="en-GB" dirty="0" smtClean="0"/>
              <a:t>: Level 0</a:t>
            </a:r>
            <a:endParaRPr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21" y="950495"/>
            <a:ext cx="6966284" cy="56307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5857"/>
          </a:xfrm>
        </p:spPr>
        <p:txBody>
          <a:bodyPr>
            <a:normAutofit fontScale="90000"/>
          </a:bodyPr>
          <a:lstStyle/>
          <a:p>
            <a:r>
              <a:rPr dirty="0"/>
              <a:t>Data Flow </a:t>
            </a:r>
            <a:r>
              <a:rPr dirty="0" smtClean="0"/>
              <a:t>Diagram</a:t>
            </a:r>
            <a:r>
              <a:rPr lang="en-GB" dirty="0" smtClean="0"/>
              <a:t>: Level 1</a:t>
            </a:r>
            <a:endParaRPr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41" y="866274"/>
            <a:ext cx="7507705" cy="542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5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Client-Server Architecture</a:t>
            </a:r>
          </a:p>
          <a:p>
            <a:r>
              <a:t>Frontend: React</a:t>
            </a:r>
          </a:p>
          <a:p>
            <a:r>
              <a:t>Backend: Django REST API</a:t>
            </a:r>
          </a:p>
          <a:p>
            <a:r>
              <a:t>Database: PostgreSQL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Relational Model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4" y="1203158"/>
            <a:ext cx="7243010" cy="5221705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Demonstration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84" y="1417638"/>
            <a:ext cx="7652084" cy="4862846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Demonstration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158" y="1263316"/>
            <a:ext cx="4511842" cy="5414210"/>
          </a:xfrm>
        </p:spPr>
      </p:pic>
    </p:spTree>
    <p:extLst>
      <p:ext uri="{BB962C8B-B14F-4D97-AF65-F5344CB8AC3E}">
        <p14:creationId xmlns:p14="http://schemas.microsoft.com/office/powerpoint/2010/main" val="376251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Demonstration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137" y="1612232"/>
            <a:ext cx="6124074" cy="4535905"/>
          </a:xfrm>
        </p:spPr>
      </p:pic>
    </p:spTree>
    <p:extLst>
      <p:ext uri="{BB962C8B-B14F-4D97-AF65-F5344CB8AC3E}">
        <p14:creationId xmlns:p14="http://schemas.microsoft.com/office/powerpoint/2010/main" val="861088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Developed a functional job portal</a:t>
            </a:r>
          </a:p>
          <a:p>
            <a:r>
              <a:rPr dirty="0"/>
              <a:t>Improved recruitment efficiency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84" y="2632827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209</Words>
  <Application>Microsoft Office PowerPoint</Application>
  <PresentationFormat>On-screen Show (4:3)</PresentationFormat>
  <Paragraphs>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ZanHotel-Ajira Portal</vt:lpstr>
      <vt:lpstr>Introduction</vt:lpstr>
      <vt:lpstr>Feasibility Study</vt:lpstr>
      <vt:lpstr>Methodology</vt:lpstr>
      <vt:lpstr>Functional Requirements</vt:lpstr>
      <vt:lpstr>Non-Functional Requirements</vt:lpstr>
      <vt:lpstr>Use Case Diagram</vt:lpstr>
      <vt:lpstr>Class Diagram</vt:lpstr>
      <vt:lpstr>ER Diagram</vt:lpstr>
      <vt:lpstr>Data Flow Diagram: Level 0</vt:lpstr>
      <vt:lpstr>Data Flow Diagram: Level 1</vt:lpstr>
      <vt:lpstr>System Architecture</vt:lpstr>
      <vt:lpstr>Database Relational Model</vt:lpstr>
      <vt:lpstr>Design Demonstration</vt:lpstr>
      <vt:lpstr>Design Demonstration</vt:lpstr>
      <vt:lpstr>Design Demonstration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ZanHotel-Ajira Portal</dc:title>
  <dc:subject/>
  <dc:creator/>
  <cp:keywords/>
  <dc:description>generated using python-pptx</dc:description>
  <cp:lastModifiedBy>PC</cp:lastModifiedBy>
  <cp:revision>10</cp:revision>
  <dcterms:created xsi:type="dcterms:W3CDTF">2013-01-27T09:14:16Z</dcterms:created>
  <dcterms:modified xsi:type="dcterms:W3CDTF">2026-04-24T08:42:51Z</dcterms:modified>
  <cp:category/>
</cp:coreProperties>
</file>