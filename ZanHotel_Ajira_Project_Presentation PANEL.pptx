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24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ZanHotel-Ajira Portal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ZanHotel-Ajira</a:t>
            </a:r>
            <a:r>
              <a:rPr dirty="0"/>
              <a:t> Portal is a digital platform.</a:t>
            </a:r>
          </a:p>
          <a:p>
            <a:r>
              <a:rPr dirty="0"/>
              <a:t>Connects hotels with job seekers in Zanzibar.</a:t>
            </a:r>
          </a:p>
          <a:p>
            <a:r>
              <a:rPr dirty="0"/>
              <a:t>Streamlines recruitment and job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centralized platform for hotel job listings</a:t>
            </a:r>
            <a:r>
              <a:rPr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	use Friends, Staffs and Social Medias to Post job Vacancy</a:t>
            </a:r>
            <a:endParaRPr dirty="0"/>
          </a:p>
          <a:p>
            <a:r>
              <a:rPr dirty="0"/>
              <a:t>Manual applications are inefficient.</a:t>
            </a:r>
          </a:p>
          <a:p>
            <a:r>
              <a:rPr dirty="0"/>
              <a:t>Difficult to track applications and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Enable hotel job posting and user registration.</a:t>
            </a:r>
          </a:p>
          <a:p>
            <a:r>
              <a:rPr dirty="0"/>
              <a:t>Allow </a:t>
            </a:r>
            <a:r>
              <a:rPr lang="en-GB" dirty="0" smtClean="0"/>
              <a:t>single</a:t>
            </a:r>
            <a:r>
              <a:rPr dirty="0" smtClean="0"/>
              <a:t> </a:t>
            </a:r>
            <a:r>
              <a:rPr dirty="0"/>
              <a:t>upload and application tracking.</a:t>
            </a:r>
          </a:p>
          <a:p>
            <a:r>
              <a:rPr dirty="0"/>
              <a:t>Admin tools for monitoring and moderation.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Technologies and tools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</a:t>
            </a:r>
            <a:r>
              <a:rPr dirty="0" err="1"/>
              <a:t>ReactJS</a:t>
            </a:r>
            <a:r>
              <a:rPr dirty="0"/>
              <a:t>.</a:t>
            </a:r>
          </a:p>
          <a:p>
            <a:r>
              <a:rPr dirty="0"/>
              <a:t>Backend: Django REST Framework.</a:t>
            </a:r>
          </a:p>
          <a:p>
            <a:r>
              <a:rPr dirty="0"/>
              <a:t>Database: PostgreSQL or SQLite.</a:t>
            </a:r>
          </a:p>
          <a:p>
            <a:r>
              <a:rPr dirty="0"/>
              <a:t>Authentication: Token-based (JWT).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Simplified job application process.</a:t>
            </a:r>
          </a:p>
          <a:p>
            <a:r>
              <a:rPr dirty="0"/>
              <a:t>Better hotel-applicant communication.</a:t>
            </a:r>
          </a:p>
          <a:p>
            <a:r>
              <a:rPr dirty="0"/>
              <a:t>Efficient job data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103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ZanHotel-Ajira Portal Project</vt:lpstr>
      <vt:lpstr>Introduction &amp; Background</vt:lpstr>
      <vt:lpstr>Problem Statement</vt:lpstr>
      <vt:lpstr>System Objectives</vt:lpstr>
      <vt:lpstr>Technologies and tools</vt:lpstr>
      <vt:lpstr>Expected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ZanHotel-Ajira Portal Project</dc:title>
  <dc:subject/>
  <dc:creator>PC</dc:creator>
  <cp:keywords/>
  <dc:description>generated using python-pptx</dc:description>
  <cp:lastModifiedBy>PC</cp:lastModifiedBy>
  <cp:revision>17</cp:revision>
  <dcterms:created xsi:type="dcterms:W3CDTF">2013-01-27T09:14:16Z</dcterms:created>
  <dcterms:modified xsi:type="dcterms:W3CDTF">2025-12-22T09:55:09Z</dcterms:modified>
  <cp:category/>
</cp:coreProperties>
</file>