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ZanHotel-Ajira Portal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Prepared by: Gidion </a:t>
            </a:r>
            <a:r>
              <a:rPr lang="en-US" dirty="0" err="1" smtClean="0"/>
              <a:t>Gidion</a:t>
            </a:r>
            <a:endParaRPr lang="en-US" dirty="0" smtClean="0"/>
          </a:p>
          <a:p>
            <a:r>
              <a:rPr lang="en-US" dirty="0" smtClean="0"/>
              <a:t>Organization: Nyota Tech Hub</a:t>
            </a:r>
            <a:endParaRPr lang="en-US" dirty="0"/>
          </a:p>
          <a:p>
            <a:r>
              <a:rPr lang="en-US" dirty="0"/>
              <a:t>Date: August 2025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ZanHotel-Ajira Portal is a digital platform.</a:t>
            </a:r>
          </a:p>
          <a:p>
            <a:r>
              <a:t>Connects hotels with job seekers in Zanzibar.</a:t>
            </a:r>
          </a:p>
          <a:p>
            <a:r>
              <a:t>Streamlines recruitment and job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centralized platform for hotel job listings</a:t>
            </a:r>
            <a:r>
              <a:rPr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	use Friends, Staffs and Social Medias to Post job Vacancy</a:t>
            </a:r>
            <a:endParaRPr dirty="0"/>
          </a:p>
          <a:p>
            <a:r>
              <a:rPr dirty="0"/>
              <a:t>Manual applications are inefficient.</a:t>
            </a:r>
          </a:p>
          <a:p>
            <a:r>
              <a:rPr dirty="0"/>
              <a:t>Difficult to track applications and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hotel job posting and user registration.</a:t>
            </a:r>
          </a:p>
          <a:p>
            <a:r>
              <a:t>Allow CV upload and application tracking.</a:t>
            </a:r>
          </a:p>
          <a:p>
            <a:r>
              <a:t>Admin tools for monitoring and moderation.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Web portal </a:t>
            </a:r>
            <a:r>
              <a:rPr lang="en-US" dirty="0" smtClean="0"/>
              <a:t>and mobile Application </a:t>
            </a:r>
            <a:r>
              <a:rPr dirty="0" smtClean="0"/>
              <a:t>with </a:t>
            </a:r>
            <a:r>
              <a:rPr dirty="0"/>
              <a:t>secure logins.</a:t>
            </a:r>
          </a:p>
          <a:p>
            <a:r>
              <a:rPr dirty="0"/>
              <a:t>Separate dashboards for hotels and users.</a:t>
            </a:r>
          </a:p>
          <a:p>
            <a:r>
              <a:rPr dirty="0"/>
              <a:t>Admin interface for system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Hote</a:t>
            </a:r>
            <a:r>
              <a:rPr lang="en-US" dirty="0" smtClean="0"/>
              <a:t>ls</a:t>
            </a:r>
            <a:r>
              <a:rPr dirty="0" smtClean="0"/>
              <a:t>.</a:t>
            </a:r>
            <a:endParaRPr dirty="0"/>
          </a:p>
          <a:p>
            <a:r>
              <a:rPr dirty="0"/>
              <a:t>Job Seekers in Zanzibar.</a:t>
            </a:r>
          </a:p>
          <a:p>
            <a:r>
              <a:rPr lang="en-US" dirty="0" smtClean="0"/>
              <a:t>Commission of Tourism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ReactJS.</a:t>
            </a:r>
          </a:p>
          <a:p>
            <a:r>
              <a:t>Backend: Django REST Framework.</a:t>
            </a:r>
          </a:p>
          <a:p>
            <a:r>
              <a:t>Database: PostgreSQL or SQLite.</a:t>
            </a:r>
          </a:p>
          <a:p>
            <a:r>
              <a:t>Authentication: Token-based (JWT).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Budgeting and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Domain &amp; Hosting: </a:t>
            </a:r>
            <a:r>
              <a:rPr dirty="0" smtClean="0"/>
              <a:t>$</a:t>
            </a:r>
            <a:r>
              <a:rPr lang="en-US" dirty="0" smtClean="0"/>
              <a:t>900</a:t>
            </a:r>
            <a:r>
              <a:rPr dirty="0" smtClean="0"/>
              <a:t>/year.</a:t>
            </a:r>
            <a:r>
              <a:rPr lang="en-US" dirty="0" smtClean="0"/>
              <a:t> AWS</a:t>
            </a:r>
            <a:endParaRPr dirty="0"/>
          </a:p>
          <a:p>
            <a:r>
              <a:rPr dirty="0"/>
              <a:t>Development Tools: $0 (Open Source).</a:t>
            </a:r>
          </a:p>
          <a:p>
            <a:r>
              <a:rPr dirty="0"/>
              <a:t>Miscellaneous: $50.</a:t>
            </a:r>
          </a:p>
          <a:p>
            <a:r>
              <a:rPr dirty="0"/>
              <a:t>Total Estimated Cost: </a:t>
            </a:r>
            <a:r>
              <a:rPr dirty="0" smtClean="0"/>
              <a:t>$</a:t>
            </a:r>
            <a:r>
              <a:rPr lang="en-US" dirty="0" smtClean="0"/>
              <a:t>9</a:t>
            </a:r>
            <a:r>
              <a:rPr dirty="0" smtClean="0"/>
              <a:t>50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Data breach - Use HTTPS and JWT</a:t>
            </a:r>
            <a:r>
              <a:rPr dirty="0" smtClean="0"/>
              <a:t>.</a:t>
            </a:r>
            <a:r>
              <a:rPr lang="en-US" b="1" dirty="0"/>
              <a:t>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Encrypts </a:t>
            </a:r>
            <a:r>
              <a:rPr lang="en-US" dirty="0"/>
              <a:t>all data between users and servers.</a:t>
            </a:r>
          </a:p>
          <a:p>
            <a:pPr marL="0" indent="0">
              <a:buNone/>
            </a:pPr>
            <a:r>
              <a:rPr lang="en-US" dirty="0" smtClean="0"/>
              <a:t>Use </a:t>
            </a:r>
            <a:r>
              <a:rPr lang="en-US" dirty="0"/>
              <a:t>free certificates from </a:t>
            </a:r>
            <a:r>
              <a:rPr lang="en-US" dirty="0" smtClean="0"/>
              <a:t>AWS </a:t>
            </a:r>
            <a:r>
              <a:rPr lang="en-US" dirty="0"/>
              <a:t>ACM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User misuse - Admin </a:t>
            </a:r>
            <a:r>
              <a:rPr dirty="0" smtClean="0"/>
              <a:t>moderation</a:t>
            </a:r>
            <a:r>
              <a:rPr lang="en-US" dirty="0" smtClean="0"/>
              <a:t> Prevent </a:t>
            </a:r>
            <a:r>
              <a:rPr lang="en-US" dirty="0"/>
              <a:t>brute-force attacks (e.g., 5 login attempts/minute</a:t>
            </a:r>
            <a:r>
              <a:rPr lang="en-US" dirty="0" smtClean="0"/>
              <a:t>).</a:t>
            </a:r>
            <a:r>
              <a:rPr lang="en-US" dirty="0"/>
              <a:t> Track edits/deletions (e.g., Django </a:t>
            </a:r>
            <a:r>
              <a:rPr lang="en-US" dirty="0" err="1"/>
              <a:t>Auditlog</a:t>
            </a:r>
            <a:r>
              <a:rPr lang="en-US" dirty="0"/>
              <a:t>).</a:t>
            </a:r>
            <a:r>
              <a:rPr dirty="0" smtClean="0"/>
              <a:t>.</a:t>
            </a:r>
            <a:endParaRPr dirty="0"/>
          </a:p>
          <a:p>
            <a:r>
              <a:rPr dirty="0"/>
              <a:t>Downtime - Reliable </a:t>
            </a:r>
            <a:r>
              <a:rPr dirty="0" smtClean="0"/>
              <a:t>hosting</a:t>
            </a:r>
            <a:r>
              <a:rPr lang="en-US" dirty="0" smtClean="0"/>
              <a:t> </a:t>
            </a:r>
            <a:r>
              <a:rPr lang="en-US" dirty="0" err="1" smtClean="0"/>
              <a:t>eg</a:t>
            </a:r>
            <a:r>
              <a:rPr lang="en-US" dirty="0" smtClean="0"/>
              <a:t>. AWS </a:t>
            </a:r>
            <a:r>
              <a:rPr lang="en-US" dirty="0"/>
              <a:t> Use multi-AZ RDS (99.95% uptime) + EC2 </a:t>
            </a:r>
            <a:r>
              <a:rPr lang="en-US" dirty="0" smtClean="0"/>
              <a:t>auto-scaling,  </a:t>
            </a:r>
            <a:r>
              <a:rPr lang="en-US" b="1" dirty="0" smtClean="0"/>
              <a:t>Backup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Simplified job application process.</a:t>
            </a:r>
          </a:p>
          <a:p>
            <a:r>
              <a:t>Better hotel-applicant communication.</a:t>
            </a:r>
          </a:p>
          <a:p>
            <a:r>
              <a:t>Efficient job data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48709"/>
              </p:ext>
            </p:extLst>
          </p:nvPr>
        </p:nvGraphicFramePr>
        <p:xfrm>
          <a:off x="457200" y="1600201"/>
          <a:ext cx="8229600" cy="4525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5982251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376253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59164642"/>
                    </a:ext>
                  </a:extLst>
                </a:gridCol>
              </a:tblGrid>
              <a:tr h="12019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Sprint 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Hotel registration, login, and job posting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3722441"/>
                  </a:ext>
                </a:extLst>
              </a:tr>
              <a:tr h="9479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Sprint 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User registration, job viewing, and job application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8421882"/>
                  </a:ext>
                </a:extLst>
              </a:tr>
              <a:tr h="9479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Sprint 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Hotel application viewing and admin approval process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90609596"/>
                  </a:ext>
                </a:extLst>
              </a:tr>
              <a:tr h="4801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Sprint 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Complaints, ethics training, and job removal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6167483"/>
                  </a:ext>
                </a:extLst>
              </a:tr>
              <a:tr h="9479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Sprint 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Week 5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Admin dashboard and email notification integration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5843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ZanHotel-Ajira will revolutionize hospitality hiring.</a:t>
            </a:r>
          </a:p>
          <a:p>
            <a:r>
              <a:t>A reliable, accessible job platform for Zanzibar.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287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MS Mincho</vt:lpstr>
      <vt:lpstr>Times New Roman</vt:lpstr>
      <vt:lpstr>Office Theme</vt:lpstr>
      <vt:lpstr>ZanHotel-Ajira Portal Project</vt:lpstr>
      <vt:lpstr>Introduction &amp; Background</vt:lpstr>
      <vt:lpstr>Problem Statement</vt:lpstr>
      <vt:lpstr>System Objectives</vt:lpstr>
      <vt:lpstr>Proposed Solution</vt:lpstr>
      <vt:lpstr>Target User</vt:lpstr>
      <vt:lpstr>System Architecture</vt:lpstr>
      <vt:lpstr>Budgeting and Cost</vt:lpstr>
      <vt:lpstr>Risk &amp; Mitigation Strategies</vt:lpstr>
      <vt:lpstr>Expected Outcomes</vt:lpstr>
      <vt:lpstr>Timeline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ZanHotel-Ajira Portal Project</dc:title>
  <dc:subject/>
  <dc:creator/>
  <cp:keywords/>
  <dc:description>generated using python-pptx</dc:description>
  <cp:lastModifiedBy>GmG</cp:lastModifiedBy>
  <cp:revision>8</cp:revision>
  <dcterms:created xsi:type="dcterms:W3CDTF">2013-01-27T09:14:16Z</dcterms:created>
  <dcterms:modified xsi:type="dcterms:W3CDTF">2025-08-05T13:38:00Z</dcterms:modified>
  <cp:category/>
</cp:coreProperties>
</file>